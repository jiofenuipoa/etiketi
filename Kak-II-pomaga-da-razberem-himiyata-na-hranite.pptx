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Host Grotesk Medium"/>
      <p:regular r:id="rId201314"/>
    </p:embeddedFont>
    <p:embeddedFont>
      <p:font typeface="Host Grotesk Bold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D9ED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599405"/>
            <a:ext cx="2629793" cy="3944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376288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Как ИИ помага да разберем химията на храните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917850"/>
            <a:ext cx="4722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 етикетите в магазина до приложението в джоба — откриваме вредните съставки с помощта на изкуствен интелект.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3507284"/>
            <a:ext cx="1286991" cy="255091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7" name="Text 4"/>
          <p:cNvSpPr/>
          <p:nvPr/>
        </p:nvSpPr>
        <p:spPr>
          <a:xfrm>
            <a:off x="4010174" y="3549774"/>
            <a:ext cx="1574081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ХИМИЯ НА ХРАНИТЕ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282952" y="3502521"/>
            <a:ext cx="1431652" cy="264616"/>
          </a:xfrm>
          <a:prstGeom prst="roundRect">
            <a:avLst>
              <a:gd name="adj" fmla="val 1800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72770" y="3549774"/>
            <a:ext cx="1709217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ИЗКУСТВЕН ИНТЕЛЕКТ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785446" y="3502521"/>
            <a:ext cx="1607418" cy="264616"/>
          </a:xfrm>
          <a:prstGeom prst="roundRect">
            <a:avLst>
              <a:gd name="adj" fmla="val 1800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75264" y="3549774"/>
            <a:ext cx="1884983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ЗДРАВОСЛОВНО ХРАНЕНЕ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D9ED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290" y="599405"/>
            <a:ext cx="2629793" cy="3944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63445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Какво е химия на храните?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733029"/>
            <a:ext cx="4722763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Химията на храните изучава състава, свойствата и промените, които претърпяват храните. Тази наука е от ключово значение, защото влияе върху: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2530301"/>
            <a:ext cx="2290465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640" y="26768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🍽️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Качество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983334"/>
            <a:ext cx="1997422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Вкус, текстура и външен вид на продуктите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8342" y="2530301"/>
            <a:ext cx="2290539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74863" y="26768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🔬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Безопасност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074863" y="2983334"/>
            <a:ext cx="199749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Предотвратяване на вредни реакции и замърсявания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6119" y="3696816"/>
            <a:ext cx="4722763" cy="81215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640" y="38433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Съхранение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2640" y="4149849"/>
            <a:ext cx="4429720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Удължаване на срока на годност чрез научни методи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531658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Хранителни добавки — E-кодовете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503" y="1949425"/>
            <a:ext cx="3759622" cy="304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Е-кодовете са стандартизирано означение за хранителни добавки, използвано в целия ЕС. Всяка група има своя функция: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714503" y="2334741"/>
            <a:ext cx="3759622" cy="703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200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Консерванти (Е200–Е299)</a:t>
            </a:r>
            <a:pPr algn="l" marL="342900" indent="-34290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забавят развалянето</a:t>
            </a:r>
            <a:endParaRPr lang="en-US" sz="850" dirty="0"/>
          </a:p>
          <a:p>
            <a:pPr algn="l" marL="342900" indent="-342900">
              <a:lnSpc>
                <a:spcPct val="11200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Оцветители (Е100–Е199)</a:t>
            </a:r>
            <a:pPr algn="l" marL="342900" indent="-34290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подобряват външния вид</a:t>
            </a:r>
            <a:endParaRPr lang="en-US" sz="850" dirty="0"/>
          </a:p>
          <a:p>
            <a:pPr algn="l" marL="342900" indent="-342900">
              <a:lnSpc>
                <a:spcPct val="11200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Антиоксиданти (Е300–Е399)</a:t>
            </a:r>
            <a:pPr algn="l" marL="342900" indent="-34290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предпазват от окисляване</a:t>
            </a:r>
            <a:endParaRPr lang="en-US" sz="850" dirty="0"/>
          </a:p>
          <a:p>
            <a:pPr algn="l" marL="342900" indent="-342900">
              <a:lnSpc>
                <a:spcPct val="11200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Емулгатори</a:t>
            </a:r>
            <a:pPr algn="l" marL="342900" indent="-34290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подобряват текстурата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714503" y="3139083"/>
            <a:ext cx="3759622" cy="522684"/>
          </a:xfrm>
          <a:prstGeom prst="roundRect">
            <a:avLst>
              <a:gd name="adj" fmla="val 9078"/>
            </a:avLst>
          </a:prstGeom>
          <a:solidFill>
            <a:srgbClr val="C6E4E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463" y="3290888"/>
            <a:ext cx="141163" cy="1129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81587" y="3248248"/>
            <a:ext cx="3279577" cy="304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 всички Е-добавки са вредни — аскорбиновата киселина (Е300) е просто витамин С!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D9ED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951" y="596726"/>
            <a:ext cx="2633365" cy="3950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0640" y="383902"/>
            <a:ext cx="4753719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Четете ли етикетите на храните?</a:t>
            </a:r>
            <a:endParaRPr lang="en-US" sz="2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590" y="1441698"/>
            <a:ext cx="4772769" cy="10173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4134" y="1598042"/>
            <a:ext cx="1716658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❓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Проблемът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94134" y="1897112"/>
            <a:ext cx="4383881" cy="405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Разбирате ли какво означават всички съставки? Колко от тях са наистина вредни за здравето?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590" y="2591991"/>
            <a:ext cx="4772769" cy="10173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4134" y="2748335"/>
            <a:ext cx="1716658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Решение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94134" y="3047405"/>
            <a:ext cx="4383881" cy="405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Създаваме приложение с изкуствен интелект, което разпознава вредни съставки директно от снимка на етикета.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590" y="3742283"/>
            <a:ext cx="4772769" cy="101731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4134" y="3898627"/>
            <a:ext cx="1716658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Ползите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94134" y="4197697"/>
            <a:ext cx="4383881" cy="405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Здравословно хранене, информиран избор при пазаруване и лесно разпознаване на алергени.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0848"/>
            <a:ext cx="68457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Технологиите, които ще използваме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17352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488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Python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155403"/>
            <a:ext cx="2599134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Основен език за програмиране с богати библиотеки за обработка на данни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317352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8488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ChatGPT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155403"/>
            <a:ext cx="2599134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ИИ асистент за генериране и подобряване на кода чрез prompts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317352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8488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155403"/>
            <a:ext cx="2599134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Бързо създаване на уеб приложения директно от Python скрипт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GitHub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914775"/>
            <a:ext cx="2599134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Съхранение, споделяне и публикуване на проекта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EasyOCR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914775"/>
            <a:ext cx="2599134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Библиотека с изкуствен интелект за разпознаване на текст от изображения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62769"/>
            <a:ext cx="360134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Какво е Vibe Coding?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132" y="1035100"/>
            <a:ext cx="2699817" cy="26998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41278" y="2210544"/>
            <a:ext cx="5273278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Vibe Coding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е модерен подход към програмирането с помощта на изкуствен интелект. Вместо да пишем всичко сами, ние: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640" y="3982789"/>
            <a:ext cx="186035" cy="186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7158" y="3978994"/>
            <a:ext cx="21935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Даваме инструкции (prompt)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37158" y="4237955"/>
            <a:ext cx="2265090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Описваме какво искаме да направи приложението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4413" y="3982789"/>
            <a:ext cx="186035" cy="1860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40931" y="397899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ИИ генерира код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640931" y="4237955"/>
            <a:ext cx="2265090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ChatGPT превръща идеята в работещ Python код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88187" y="3982789"/>
            <a:ext cx="186035" cy="1860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44704" y="3978994"/>
            <a:ext cx="226509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Ние анализираме и подобряваме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444704" y="4431804"/>
            <a:ext cx="2265090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Разбираме, тестваме и доразвиваме резултата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1958"/>
            <a:ext cx="534404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Основни стъпки на проекта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268462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510603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Дискусия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510603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Тестване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510603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510603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EasyOCR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510603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Проучване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388867"/>
            <a:ext cx="86089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Проектът следва логична последователност — от проучването до реалното тестване с етикети от магазинни продукти.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475655"/>
            <a:ext cx="427821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Библиотеките на Python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610" y="1182663"/>
            <a:ext cx="1924645" cy="17107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5566" y="1266825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92336" y="169872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92336" y="2015803"/>
            <a:ext cx="1639193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Създава уеб интерфейса на приложението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0639" y="1182663"/>
            <a:ext cx="1924645" cy="17107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56595" y="1266825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2633365" y="169872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EasyOCR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2633365" y="2015803"/>
            <a:ext cx="1639193" cy="734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„Учи се" да чете различни шрифтове и езици, разпознава текст от етикети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610" y="3009826"/>
            <a:ext cx="1924645" cy="15270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15566" y="3093988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592336" y="352588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Pillow (PIL)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92336" y="3842965"/>
            <a:ext cx="1639193" cy="55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Работи със снимки — подобрява качество, контраст и цветове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90639" y="3009826"/>
            <a:ext cx="1924645" cy="152705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356595" y="3093988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2633365" y="352588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NumPy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2633365" y="3842965"/>
            <a:ext cx="1639193" cy="55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Превръща изображението в числа и помага на EasyOCR да го обработи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733479" y="1168078"/>
            <a:ext cx="285199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Структура на проекта в GitHub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733479" y="1485156"/>
            <a:ext cx="4410521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Проектът се състои от три основни файла: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733479" y="1773659"/>
            <a:ext cx="3965674" cy="632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app.py</a:t>
            </a:r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главният файл, стартира приложението</a:t>
            </a:r>
            <a:endParaRPr lang="en-US" sz="1000" dirty="0"/>
          </a:p>
          <a:p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requirements.txt</a:t>
            </a:r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списък с всички библиотеки</a:t>
            </a:r>
            <a:endParaRPr lang="en-US" sz="1000" dirty="0"/>
          </a:p>
          <a:p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README.md</a:t>
            </a:r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описание на проекта (по желание)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733479" y="2537222"/>
            <a:ext cx="3965674" cy="641152"/>
          </a:xfrm>
          <a:prstGeom prst="roundRect">
            <a:avLst>
              <a:gd name="adj" fmla="val 8416"/>
            </a:avLst>
          </a:prstGeom>
          <a:solidFill>
            <a:srgbClr val="B6D6F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1917" y="2718643"/>
            <a:ext cx="160586" cy="12843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50941" y="2674069"/>
            <a:ext cx="3419773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Накрая публикуваме приложението директно от GitHub към </a:t>
            </a:r>
            <a:pPr algn="l" indent="0" marL="0">
              <a:lnSpc>
                <a:spcPct val="119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share.streamlit.io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 един клик!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8609"/>
            <a:ext cx="533995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Резултати от приложението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335956"/>
            <a:ext cx="36854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Примерни открити вредни съставки: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5938" y="1697831"/>
            <a:ext cx="1626766" cy="19072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4847" y="1716881"/>
            <a:ext cx="142785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E621 — Мононатриев глутамат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3654847" y="2523009"/>
            <a:ext cx="1427857" cy="106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Подсилвател на вкуса. Може да предизвика главоболие и сърцебиене.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0834" y="1697831"/>
            <a:ext cx="1626766" cy="19072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39742" y="1716881"/>
            <a:ext cx="14278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E250 — Натриев нитрит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439742" y="2301553"/>
            <a:ext cx="1427857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Консервант в месни продукти. Риск от онкологични заболявания.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5729" y="1697831"/>
            <a:ext cx="1626766" cy="19072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24638" y="1716881"/>
            <a:ext cx="14278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E407 — Карагенан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7224638" y="2301553"/>
            <a:ext cx="1427857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Сгъстител в млечни продукти. Сомнения за възпаления в червата.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55938" y="3850481"/>
            <a:ext cx="5196557" cy="6139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654847" y="38695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E450 — Дифосфати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3654847" y="4232746"/>
            <a:ext cx="4997648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Нарушават калциево-фосфорния баланс. Рискови за бъбреците.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D9ED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94" y="591443"/>
            <a:ext cx="2640360" cy="3960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78610" y="390748"/>
            <a:ext cx="4815780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Заключение — По-информиран избор всеки ден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3878610" y="1368251"/>
            <a:ext cx="4815780" cy="55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Химията на храните е важна както за хранителната индустрия, така и за нашето ежедневие. Проектно-базираното обучение ни помага да усвояваме знания, свързани с реалния живот.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78610" y="2050405"/>
            <a:ext cx="4815780" cy="1615455"/>
          </a:xfrm>
          <a:prstGeom prst="roundRect">
            <a:avLst>
              <a:gd name="adj" fmla="val 334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83372" y="2055168"/>
            <a:ext cx="2403128" cy="894829"/>
          </a:xfrm>
          <a:prstGeom prst="rect">
            <a:avLst/>
          </a:prstGeom>
          <a:solidFill>
            <a:srgbClr val="D9EDF2"/>
          </a:solidFill>
          <a:ln/>
        </p:spPr>
      </p:sp>
      <p:sp>
        <p:nvSpPr>
          <p:cNvPr id="8" name="Text 5"/>
          <p:cNvSpPr/>
          <p:nvPr/>
        </p:nvSpPr>
        <p:spPr>
          <a:xfrm>
            <a:off x="4011811" y="218360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🧪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Наука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11811" y="2454101"/>
            <a:ext cx="2146250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Разбираме какво ядем и защо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86500" y="2055168"/>
            <a:ext cx="2403128" cy="894829"/>
          </a:xfrm>
          <a:prstGeom prst="rect">
            <a:avLst/>
          </a:prstGeom>
          <a:solidFill>
            <a:srgbClr val="D9EDF2"/>
          </a:solidFill>
          <a:ln/>
        </p:spPr>
      </p:sp>
      <p:sp>
        <p:nvSpPr>
          <p:cNvPr id="11" name="Shape 8"/>
          <p:cNvSpPr/>
          <p:nvPr/>
        </p:nvSpPr>
        <p:spPr>
          <a:xfrm>
            <a:off x="6286500" y="2055168"/>
            <a:ext cx="14288" cy="894829"/>
          </a:xfrm>
          <a:prstGeom prst="roundRect">
            <a:avLst>
              <a:gd name="adj" fmla="val 377661"/>
            </a:avLst>
          </a:prstGeom>
          <a:solidFill>
            <a:srgbClr val="BFD3D8"/>
          </a:solidFill>
          <a:ln/>
        </p:spPr>
      </p:sp>
      <p:sp>
        <p:nvSpPr>
          <p:cNvPr id="12" name="Text 9"/>
          <p:cNvSpPr/>
          <p:nvPr/>
        </p:nvSpPr>
        <p:spPr>
          <a:xfrm>
            <a:off x="6414939" y="218360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🤖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Технологии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14939" y="2454101"/>
            <a:ext cx="2146250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ИИ прави сложната химия достъпна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83372" y="2949997"/>
            <a:ext cx="4806255" cy="711101"/>
          </a:xfrm>
          <a:prstGeom prst="rect">
            <a:avLst/>
          </a:prstGeom>
          <a:solidFill>
            <a:srgbClr val="D9EDF2"/>
          </a:solidFill>
          <a:ln/>
        </p:spPr>
      </p:sp>
      <p:sp>
        <p:nvSpPr>
          <p:cNvPr id="15" name="Shape 12"/>
          <p:cNvSpPr/>
          <p:nvPr/>
        </p:nvSpPr>
        <p:spPr>
          <a:xfrm>
            <a:off x="3883372" y="2949997"/>
            <a:ext cx="4806255" cy="14288"/>
          </a:xfrm>
          <a:prstGeom prst="roundRect">
            <a:avLst>
              <a:gd name="adj" fmla="val 377661"/>
            </a:avLst>
          </a:prstGeom>
          <a:solidFill>
            <a:srgbClr val="BFD3D8"/>
          </a:solidFill>
          <a:ln/>
        </p:spPr>
      </p:sp>
      <p:sp>
        <p:nvSpPr>
          <p:cNvPr id="16" name="Text 13"/>
          <p:cNvSpPr/>
          <p:nvPr/>
        </p:nvSpPr>
        <p:spPr>
          <a:xfrm>
            <a:off x="4011811" y="3078435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💚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Здраве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011811" y="3348930"/>
            <a:ext cx="4549378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Правим по-добри избори за себе си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78610" y="3796829"/>
            <a:ext cx="4815780" cy="824880"/>
          </a:xfrm>
          <a:prstGeom prst="roundRect">
            <a:avLst>
              <a:gd name="adj" fmla="val 6542"/>
            </a:avLst>
          </a:prstGeom>
          <a:solidFill>
            <a:srgbClr val="B6FCB8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048" y="3968725"/>
            <a:ext cx="160586" cy="12843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296073" y="3933676"/>
            <a:ext cx="4269879" cy="55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Това приложение е само началото — можем да го разширим с повече езици, по-голяма база данни и дори препоръки за здравословни алтернативи!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2026-06-11T09:06:49Z</dcterms:created>
  <dcterms:modified xsi:type="dcterms:W3CDTF">2026-06-11T09:06:49Z</dcterms:modified>
</cp:coreProperties>
</file>